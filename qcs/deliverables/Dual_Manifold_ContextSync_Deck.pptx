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The one-line thesis: stability is architectural, plasticity is geometric, and they never share a coordinate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82880" cy="182880"/>
          </a:xfrm>
          <a:prstGeom prst="ellipse">
            <a:avLst/>
          </a:prstGeom>
          <a:solidFill>
            <a:srgbClr val="CFE3E9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" y="1371600"/>
            <a:ext cx="182880" cy="182880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82880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Dual-Manifold ContextSync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stability–plasticity dilemma in long, multi-user LLM chat threads with a quantum–classical hybrid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build · Phases 0–8 delivered · 88 tests passing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 · PyTorch · PennyLane · Qiskit · TensorCircuit-NG · FAISS · SQLite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literature → architecture → every phase → results → what is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566928" cy="566928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892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258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long shared threads break language models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929384"/>
            <a:ext cx="566928" cy="566928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29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86600" y="1892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258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already known, and the gap that remains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46704"/>
            <a:ext cx="566928" cy="566928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675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manifolds joined by one scalar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3346704"/>
            <a:ext cx="566928" cy="566928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86600" y="33101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phases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3675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 by inch, dataset to answer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764024"/>
            <a:ext cx="566928" cy="566928"/>
          </a:xfrm>
          <a:prstGeom prst="ellipse">
            <a:avLst/>
          </a:prstGeom>
          <a:solidFill>
            <a:srgbClr val="2C7A5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4764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727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093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· circuit · Fisher · stability · plasticity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4764024"/>
            <a:ext cx="566928" cy="566928"/>
          </a:xfrm>
          <a:prstGeom prst="ellipse">
            <a:avLst/>
          </a:prstGeom>
          <a:solidFill>
            <a:srgbClr val="C6852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764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086600" y="4727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5093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that would settle the open question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was produced by the accompanying code.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chat thread is a hostile environment for a language model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dilemma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and plasticity are usually carried by the same parameter vector θ ∈ ℝⁿ, so they compete for the same coordinates.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weights → the model stops adapting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them move → earlier knowledge is overwritten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tuning problem. It follows from storing both properties in one unbounded Euclidean space.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92240" y="271576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in a single thread before any context window can hold 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246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A324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92240" y="39959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stating facts that contradict each other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5262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68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92240" y="5276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time plain similarity search returns a fact that was already superseded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project corpus with a cosine retriever.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distinct failure modes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usually conflated, and they need different fixes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 forgetting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step taken for turn 500 destroys the representation that encoded turn 40.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is gone. No retrieval strategy recovers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92024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94560"/>
            <a:ext cx="457200" cy="457200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plasticity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inflate, activations saturate, the Fisher trace decays toward zero.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still exist but are functionally dead — the model has stopped being able to learn.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92440" y="1920240"/>
            <a:ext cx="3520440" cy="3794760"/>
          </a:xfrm>
          <a:prstGeom prst="roundRect">
            <a:avLst>
              <a:gd name="adj" fmla="val 1558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194560"/>
            <a:ext cx="457200" cy="457200"/>
          </a:xfrm>
          <a:prstGeom prst="ellipse">
            <a:avLst/>
          </a:prstGeom>
          <a:solidFill>
            <a:srgbClr val="C6852A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2788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saturation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3383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fix is to retrieve more and put more in the prompt.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44348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spreads thinner; quality falls even though the fact is in the window.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 so each of these is structurally impossible, not merely mitigated.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established, and what each line of work leaves open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114800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leaves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McCloskey &amp; Cohen (1989)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catastrophic interference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Descriptive; no preventive mechanism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Kirkpatrick et al. (2017) — EWC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Fisher-weighted penalty anchoring important weights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still lives in weights; hyper-parameter sensitive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Lopez-Paz &amp; Ranzato (2017) — GEM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with gradient constraints; the BWT / FWT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cost grows; silent on plasticity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Dohare et al. (2024), Nature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Showed deep nets progressively lose the ability to learn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 are extrinsic patches: resets, injection, regularisers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McClean et al. (2018); Cerezo et al. (2021)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Barren plateaus, and their dependence on the observable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local readouts and shallow, structured ansätze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Mitarai et al. (2018); Schuld et al.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Parameter-shift rule for analytic gradients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involutory generators — untrue for a general SU(4) 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Lewis et al. (2020) —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as external, non-parametric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ranking is static; no continual adaptation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Liu et al. (2023) — Lost in the Middle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contexts degrade even when the fact is present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saturation; offers no allocation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&amp; Zhang (2026), PRX Quantum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models preserve plasticity intrinsically — compact manifold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explicitly that it does NOT solve stability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references are cited from the standard literature; the 2026 PRX Quantum paper is the project's direct antecedent.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8872" cy="118872"/>
          </a:xfrm>
          <a:prstGeom prst="ellipse">
            <a:avLst/>
          </a:prstGeom>
          <a:solidFill>
            <a:srgbClr val="CFE3E9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822960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43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circuits keep the ability to learn. They do not keep what was learned.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paper is explicit: both quantum and classical models still forget catastrophically without an explicit stability mechanism, and it names a hybrid — a plastic quantum backbone plus classical memory — as the promising direction.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correct division of labour is the opposite of the intuitive 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12313C"/>
          </a:solidFill>
          <a:ln w="12700">
            <a:solidFill>
              <a:srgbClr val="0E5C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append-only storage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what must never be lost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466344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36132A"/>
          </a:solidFill>
          <a:ln w="12700">
            <a:solidFill>
              <a:srgbClr val="A324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quantum manifold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C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what must keep learning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two properties on two different mathematical objects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1F7F9"/>
          </a:solidFill>
          <a:ln w="12700">
            <a:solidFill>
              <a:srgbClr val="0E5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ℳ  ·  Stability manifold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semantic unit stored verbatim, append-only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enforced by database triggers, not convention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learned, so nothing here can be unlearned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degrades to a retrieval miss — bounded and fixable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486400" cy="3200400"/>
          </a:xfrm>
          <a:prstGeom prst="roundRect">
            <a:avLst>
              <a:gd name="adj" fmla="val 1714"/>
            </a:avLst>
          </a:prstGeom>
          <a:solidFill>
            <a:srgbClr val="FBF0F5"/>
          </a:solidFill>
          <a:ln w="12700">
            <a:solidFill>
              <a:srgbClr val="A324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324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𝒰  ·  Plasticity manifold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10-qubit variational circuit, 1,080 angles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live on a torus: they wrap, they cannot inflate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 bounds every operator norm at 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 information bounded away from zero — capacity cannot decay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2578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7F9FA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440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meet at exactly one place: the circuit consumes an amplitude-encoded (query, candidate, participant) state and returns one scalar in [0,1]. That is the entire coupling — narrow enough to simulate exactly, and narrow enough to swap for a classical scorer, which is what makes every quantum claim falsifiable.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bands, one direction of flow, one gradient path</a:t>
            </a:r>
            <a:endParaRPr lang="en-US" sz="1400" dirty="0"/>
          </a:p>
        </p:txBody>
      </p:sp>
      <p:pic>
        <p:nvPicPr>
          <p:cNvPr id="6" name="Image 0" descr="C:\Users\sange\OneDrive\Desktop\quantum\qcs\figures\architecture\DIAG_A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3569" y="1600200"/>
            <a:ext cx="7254382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classical and append-only · magenta = the only component that learns · slate = frozen.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variational quantum circuit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register · amplitude encoding · 8 brickwall layers of general SU(4) · measurement on q9</a:t>
            </a:r>
            <a:endParaRPr lang="en-US" sz="1400" dirty="0"/>
          </a:p>
        </p:txBody>
      </p:sp>
      <p:pic>
        <p:nvPicPr>
          <p:cNvPr id="6" name="Image 0" descr="C:\Users\sange\OneDrive\Desktop\quantum\qcs\figures\circuit\CIRCUIT_vqc_canon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0835" y="1572768"/>
            <a:ext cx="6639850" cy="40416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705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324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1,080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5742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angles — 8 layers × 9 gates × 15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355848" y="5705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CNOTs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636008" y="5742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gate on hardware — the entangling elements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08776" y="5705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≥ 5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488936" y="5742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light-cone floor, enforced by the config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061704" y="5705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7A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‖ψ‖ = 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0341864" y="5742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layer — verified against PennyLane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inset: the CNOT decomposition a compiler emits for one V(θ). Right inset: entanglement measured on the trained circuit.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 two steps, because the separation is what creates exact ground truth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1F7F9"/>
          </a:solidFill>
          <a:ln w="12700">
            <a:solidFill>
              <a:srgbClr val="0E5C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PLAN  —  structured, and IS the ground truth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turn states which fact · which supersedes it · which probes it, at what distance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BF0F5"/>
          </a:solidFill>
          <a:ln w="12700">
            <a:solidFill>
              <a:srgbClr val="A324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2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SURFACE TEXT  —  templates only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may never add or remove a fact — an LLM writing freely would destroy the ground truth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154680"/>
          <a:ext cx="111556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  <a:gridCol w="42062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kind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exists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participant states an (entity, attribute, value) they 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retrieval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later turn overwrites that fact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the stale-versus-current trap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 answerable only from stated facts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measurement 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mentions a real entity with no usable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defeats keyword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 conversation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5349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18,000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02920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52344" y="5349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1,800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752344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01768" y="5349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1,920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5001768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51192" y="5349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251192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recall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500616" y="5349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0.042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500616" y="5760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recall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regimes cycle across threads: single-owner, multi-owner, adversarial.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phases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phase's exit criterion is the next phase's precondition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130552"/>
            <a:ext cx="420624" cy="420624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624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substrate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52344" y="196596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16936" y="2130552"/>
            <a:ext cx="420624" cy="420624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13" name="Text 11"/>
          <p:cNvSpPr/>
          <p:nvPr/>
        </p:nvSpPr>
        <p:spPr>
          <a:xfrm>
            <a:off x="2916936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16936" y="2624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16936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by construction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01768" y="196596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130552"/>
            <a:ext cx="420624" cy="420624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2624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66360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unit-norm ℝ¹⁰²⁴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51192" y="196596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784" y="2130552"/>
            <a:ext cx="420624" cy="420624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23" name="Text 21"/>
          <p:cNvSpPr/>
          <p:nvPr/>
        </p:nvSpPr>
        <p:spPr>
          <a:xfrm>
            <a:off x="7415784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15784" y="2624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ℳ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415784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enforced by the DB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0616" y="196596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65208" y="2130552"/>
            <a:ext cx="420624" cy="420624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28" name="Text 26"/>
          <p:cNvSpPr/>
          <p:nvPr/>
        </p:nvSpPr>
        <p:spPr>
          <a:xfrm>
            <a:off x="9665208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65208" y="26243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665208" y="30175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circuit, depth by evidence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393192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" y="4096512"/>
            <a:ext cx="420624" cy="420624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" y="4590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67512" y="4983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arm at its own best lr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52344" y="393192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16936" y="4096512"/>
            <a:ext cx="420624" cy="420624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38" name="Text 36"/>
          <p:cNvSpPr/>
          <p:nvPr/>
        </p:nvSpPr>
        <p:spPr>
          <a:xfrm>
            <a:off x="2916936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16936" y="4590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 training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916936" y="4983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tasks, full instrumentation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01768" y="393192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66360" y="4096512"/>
            <a:ext cx="420624" cy="420624"/>
          </a:xfrm>
          <a:prstGeom prst="ellipse">
            <a:avLst/>
          </a:prstGeom>
          <a:solidFill>
            <a:srgbClr val="2C7A58"/>
          </a:solidFill>
          <a:ln/>
        </p:spPr>
      </p:sp>
      <p:sp>
        <p:nvSpPr>
          <p:cNvPr id="43" name="Text 41"/>
          <p:cNvSpPr/>
          <p:nvPr/>
        </p:nvSpPr>
        <p:spPr>
          <a:xfrm>
            <a:off x="516636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66360" y="4590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166360" y="4983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 prompt, frozen generator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51192" y="393192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15784" y="4096512"/>
            <a:ext cx="420624" cy="420624"/>
          </a:xfrm>
          <a:prstGeom prst="ellipse">
            <a:avLst/>
          </a:prstGeom>
          <a:solidFill>
            <a:srgbClr val="2C7A58"/>
          </a:solidFill>
          <a:ln/>
        </p:spPr>
      </p:sp>
      <p:sp>
        <p:nvSpPr>
          <p:cNvPr id="48" name="Text 46"/>
          <p:cNvSpPr/>
          <p:nvPr/>
        </p:nvSpPr>
        <p:spPr>
          <a:xfrm>
            <a:off x="7415784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15784" y="4590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415784" y="4983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ablations, noise, sealed split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500616" y="3931920"/>
            <a:ext cx="2084832" cy="1783080"/>
          </a:xfrm>
          <a:prstGeom prst="roundRect">
            <a:avLst>
              <a:gd name="adj" fmla="val 3077"/>
            </a:avLst>
          </a:prstGeom>
          <a:solidFill>
            <a:srgbClr val="F2F6F7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65208" y="4096512"/>
            <a:ext cx="420624" cy="420624"/>
          </a:xfrm>
          <a:prstGeom prst="ellipse">
            <a:avLst/>
          </a:prstGeom>
          <a:solidFill>
            <a:srgbClr val="C6852A"/>
          </a:solidFill>
          <a:ln/>
        </p:spPr>
      </p:sp>
      <p:sp>
        <p:nvSpPr>
          <p:cNvPr id="53" name="Text 51"/>
          <p:cNvSpPr/>
          <p:nvPr/>
        </p:nvSpPr>
        <p:spPr>
          <a:xfrm>
            <a:off x="9665208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665208" y="45902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9665208" y="4983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 — the long-horizon run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0–8 are complete; phase 9 is the remaining work.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0–3 · building the dataset and the memory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nothing to an append-only store that cannot lose a fact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  <a:gridCol w="2743200"/>
                <a:gridCol w="2514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to the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comes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· Foundations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yet. Every tunable number moves into one YAML file; seeding uses hashlib, not Python's per-process-salted hash().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Config, seeding, run logger, typed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identical-seed runs produce identical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each thread first: assign a probe-distance band, then place the fact. Add supersession chains. Realise prose from the plan with templates.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18,000 turns · 1,800 probes · 1,920 facts · sealed test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1.000 · random 0.042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Encoding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losslessly; embed with a frozen encoder; whiten once on held-out threads; train a projection with InfoNCE then freeze 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7,200 semantic units · frozen 384-d and 256-d vectors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recall@20: 0.879 → 0.996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Memory 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every unit verbatim; add summary nodes beside sources; build the supersession graph; track per-user salience; index for causal retrieval.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store · FAISS index · 9,989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Prefilter recall 1.000 · 3 mutation tests rejected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criteria are hard: nothing in phase 4 was started while any of these was red.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4–6 · the quantum core and the experiment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verified circuit to a 120-task continual run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  <a:gridCol w="2743200"/>
                <a:gridCol w="2514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to the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comes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Quantum 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the general SU(4) gate, amplitude-encode 1024 features into 10 qubits, arrange 8 brickwall layers, read out one qubit.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verified circuit with 1,080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 fidelity 1.000 · gradient agreement 8.6e-9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Baselines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parameter-matched linear twin (1,025), a wider MLP, cosine, recency, random and oracle — all behind one interface. Tune the learning rate per arm.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 comparison arms · configs/tuned.yaml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Tuning moved the linear arm 0.063 → 0.965 MRR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Continual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120 tasks in order. Train once per task, evaluate on all past tasks, replay uniformly over history, anchor with the quantum Fisher, wrap angles.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scorers · transfer matrix · a metric row per 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BWT positive for every arm · Tr(F) diverges as predicted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is where an unfair comparison was caught and corrected before it could contaminate phase 6.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7–9 · delivery, evaluation and what remains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scores to an answer, and from an answer to a defensible result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11155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206240"/>
                <a:gridCol w="2743200"/>
                <a:gridCol w="2514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 to the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comes 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Assembly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tokens exactly, reserve sub-budgets, select greedily by gain per token with a redundancy penalty, filter superseded facts, render with provenance.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prompt of at most B tokens · an 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never exceeded · zero unlabelled stale facts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seeds; seven ablations retrained from scratch; depolarising noise by trajectory sampling; open the sealed split; paired bootstrap over threads.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table · ablations · noise curves · significance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− linear = −0.056 MRR, p = 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Hardening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started. Hardware parity with finite shots, a scaling study over qubit count, a real frozen LLM, and a one-command reproduction kit.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Reproduction kit · hardware-parity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produced the project's central negative result, reported rather than buried.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 · How 1024 numbers become 10 qubits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encoding is lossless precisely because the feature dimension equals 2¹⁰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1_encoding_1024_to_10qubi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43" y="1645920"/>
            <a:ext cx="825123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ratio 189 of 1024 basis states — up from 61 before per-block norm balancing.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 · Inside the variational circuit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builds with depth, the norm never drifts, and training creates the separation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2_vqc_behavi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43" y="1645920"/>
            <a:ext cx="825123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separation is created by training: Cohen's d rises from ≈0 at initialisation.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 · Fisher information — the plasticity instrument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over the task sequence, eigenvalue spectrum, and effective rank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3_fisher_inform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43" y="1645920"/>
            <a:ext cx="825123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retained after 120 tasks: quantum 4.75× · linear 0.28× · MLP 0.06×.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 · Stability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that only grows, stale facts suppressed, and zero retrieval failures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4_stability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43" y="1645920"/>
            <a:ext cx="825123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loss is a ranking decision — ℳ and the assembler are not the bottleneck.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5 · Plasticity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parameter norm, gradient norm, and the light cone that sets the minimum depth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5_plasticity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143" y="1645920"/>
            <a:ext cx="8251234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compact manifold is the mechanism: angles wrap, Euclidean weights do not.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seeds · 120 tasks · every arm at its own tuned learning rate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556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2011680"/>
                <a:gridCol w="2011680"/>
                <a:gridCol w="18288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|θ|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stale-above 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B767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clock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quantum (QRE)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 ± 0.038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 ± 0.022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406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(matched)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 ± 0.002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 ±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(capacity ref.)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65,665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 ± 0.002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 ± 0.001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(no learning)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 (truncation)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(ceiling)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6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572000"/>
            <a:ext cx="11155680" cy="1463040"/>
          </a:xfrm>
          <a:prstGeom prst="roundRect">
            <a:avLst>
              <a:gd name="adj" fmla="val 3750"/>
            </a:avLst>
          </a:prstGeom>
          <a:solidFill>
            <a:srgbClr val="FBF0F5"/>
          </a:solidFill>
          <a:ln w="12700">
            <a:solidFill>
              <a:srgbClr val="A3246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2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headline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arm is significantly worse than its parameter-matched classical twin: Δ −0.056 MRR, 95% CI [−0.070, −0.043], p = 0.000 by paired bootstrap over threads — at roughly 135× the compute and 19× the seed-to-seed variance. The design required this comparison to be falsifiable; it falsified in the classical arm's favour at this scale.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test split agrees: quantum 0.919 MRR vs linear 0.975.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0624"/>
            <a:ext cx="118872" cy="118872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420624"/>
            <a:ext cx="118872" cy="118872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claim, and its status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one that did not go our way</a:t>
            </a:r>
            <a:endParaRPr lang="en-US" sz="1400" dirty="0"/>
          </a:p>
        </p:txBody>
      </p:sp>
      <p:pic>
        <p:nvPicPr>
          <p:cNvPr id="6" name="Image 0" descr="C:\Users\sange\OneDrive\Desktop\quantum\qcs\figures\results\RES6_score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630" y="1645920"/>
            <a:ext cx="8700261" cy="4389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is only listed as supported when a specific measurement backs it.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5568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F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28016" cy="128016"/>
          </a:xfrm>
          <a:prstGeom prst="ellipse">
            <a:avLst/>
          </a:prstGeom>
          <a:solidFill>
            <a:srgbClr val="CFE3E9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" y="566928"/>
            <a:ext cx="128016" cy="128016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30352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objectives, in dependency order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49424"/>
            <a:ext cx="457200" cy="457200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the plasticity question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257800" y="2185416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1,000–3,000 tasks across three seeds on both arms, with Tr(F) and the plasticity index as the primary endpoints.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90672"/>
            <a:ext cx="457200" cy="457200"/>
          </a:xfrm>
          <a:prstGeom prst="ellipse">
            <a:avLst/>
          </a:prstGeom>
          <a:solidFill>
            <a:srgbClr val="A3246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05409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circuit fast enough to do 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3026664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multi-candidate state preparation, a GPU backend, or a shallower ansatz — this is what unblocks objective 1.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8953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real frozen LLM in place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57800" y="386791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extractive reader so attention dilution, and therefore the saturation turnover, becomes observable.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457200" cy="457200"/>
          </a:xfrm>
          <a:prstGeom prst="ellipse">
            <a:avLst/>
          </a:prstGeom>
          <a:solidFill>
            <a:srgbClr val="0E5C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73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7365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hardware parity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57800" y="47091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Shot-based execution on a real backend; report the shot count at which the score ranking becomes stable.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614416"/>
            <a:ext cx="457200" cy="457200"/>
          </a:xfrm>
          <a:prstGeom prst="ellipse">
            <a:avLst/>
          </a:prstGeom>
          <a:solidFill>
            <a:srgbClr val="2C7A5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614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577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reproduction kit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257800" y="555040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that regenerates every figure from the raw logs, plus the scaling study across 8, 10 and 12 qubits.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Dual-Manifold ContextSync</dc:title>
  <dc:subject>PptxGenJS Presentation</dc:subject>
  <dc:creator>Dual-Manifold ContextSync</dc:creator>
  <cp:lastModifiedBy>Dual-Manifold ContextSync</cp:lastModifiedBy>
  <cp:revision>1</cp:revision>
  <dcterms:created xsi:type="dcterms:W3CDTF">2026-08-20T12:19:20Z</dcterms:created>
  <dcterms:modified xsi:type="dcterms:W3CDTF">2026-08-20T12:19:20Z</dcterms:modified>
</cp:coreProperties>
</file>